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db27085a8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db27085a8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db27085a89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db27085a89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db27085a89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db27085a89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db27085a89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db27085a89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By Thomas Snowden, Brice Sanford, Jonas Langer, Tristan Sze, Emily Vorng</a:t>
            </a:r>
            <a:endParaRPr/>
          </a:p>
        </p:txBody>
      </p:sp>
      <p:pic>
        <p:nvPicPr>
          <p:cNvPr id="55" name="Google Shape;55;p13" title="harmoniq-logo-flattened.png"/>
          <p:cNvPicPr preferRelativeResize="0"/>
          <p:nvPr/>
        </p:nvPicPr>
        <p:blipFill>
          <a:blip r:embed="rId3">
            <a:alphaModFix/>
          </a:blip>
          <a:stretch>
            <a:fillRect/>
          </a:stretch>
        </p:blipFill>
        <p:spPr>
          <a:xfrm>
            <a:off x="0" y="740886"/>
            <a:ext cx="9144003" cy="188862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12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7200">
                <a:solidFill>
                  <a:srgbClr val="3BA2FF"/>
                </a:solidFill>
              </a:rPr>
              <a:t>Project Description</a:t>
            </a:r>
            <a:endParaRPr>
              <a:solidFill>
                <a:srgbClr val="3BA2FF"/>
              </a:solidFill>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300"/>
              <a:t>Harmoniq is a music </a:t>
            </a:r>
            <a:r>
              <a:rPr lang="en" sz="2300"/>
              <a:t>recommendation</a:t>
            </a:r>
            <a:r>
              <a:rPr lang="en" sz="2300"/>
              <a:t> website, where users are able to keep tabs on their favorite songs. They can create playlists, leave reviews on the songs, as well as see what songs other users have favorited. The user is also able to input their favorite song and find songs that have similar characteristics.</a:t>
            </a:r>
            <a:endParaRPr sz="23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1153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7200">
                <a:solidFill>
                  <a:srgbClr val="3BA2FF"/>
                </a:solidFill>
              </a:rPr>
              <a:t>Motivation</a:t>
            </a:r>
            <a:endParaRPr b="1" sz="7200">
              <a:solidFill>
                <a:srgbClr val="3BA2FF"/>
              </a:solidFill>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1200"/>
              </a:spcAft>
              <a:buNone/>
            </a:pPr>
            <a:r>
              <a:rPr lang="en" sz="3000"/>
              <a:t>Make an easy way to find and share new music. There are many </a:t>
            </a:r>
            <a:r>
              <a:rPr lang="en" sz="3000"/>
              <a:t>similar websites for books and movies, and as music streaming becomes more widespread, keeping track of the data for music becomes more important than ever. </a:t>
            </a:r>
            <a:endParaRPr sz="3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860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Clr>
                <a:srgbClr val="000000"/>
              </a:buClr>
              <a:buSzPts val="891"/>
              <a:buFont typeface="Arial"/>
              <a:buNone/>
            </a:pPr>
            <a:r>
              <a:rPr b="1" lang="en" sz="7200">
                <a:solidFill>
                  <a:srgbClr val="3BA2FF"/>
                </a:solidFill>
              </a:rPr>
              <a:t>Design Outline</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frontend for user interface to make it easy for users to have a quick and efficient experience</a:t>
            </a:r>
            <a:endParaRPr/>
          </a:p>
          <a:p>
            <a:pPr indent="-342900" lvl="0" marL="457200" rtl="0" algn="l">
              <a:spcBef>
                <a:spcPts val="0"/>
              </a:spcBef>
              <a:spcAft>
                <a:spcPts val="0"/>
              </a:spcAft>
              <a:buSzPts val="1800"/>
              <a:buChar char="●"/>
            </a:pPr>
            <a:r>
              <a:rPr lang="en"/>
              <a:t>A backend for the database to </a:t>
            </a:r>
            <a:r>
              <a:rPr lang="en"/>
              <a:t>handle all of the data and APIs to make it, so the user</a:t>
            </a:r>
            <a:endParaRPr/>
          </a:p>
          <a:p>
            <a:pPr indent="-342900" lvl="0" marL="457200" rtl="0" algn="l">
              <a:spcBef>
                <a:spcPts val="0"/>
              </a:spcBef>
              <a:spcAft>
                <a:spcPts val="0"/>
              </a:spcAft>
              <a:buSzPts val="1800"/>
              <a:buChar char="●"/>
            </a:pPr>
            <a:r>
              <a:rPr lang="en"/>
              <a:t>Combining these together to make the best possible user experience with many parts and features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347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7200">
                <a:solidFill>
                  <a:srgbClr val="3BA2FF"/>
                </a:solidFill>
              </a:rPr>
              <a:t>Challenges</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Users are allowed to add and edit song </a:t>
            </a:r>
            <a:r>
              <a:rPr lang="en"/>
              <a:t>information</a:t>
            </a:r>
            <a:r>
              <a:rPr lang="en"/>
              <a:t>, meaning we had to deal with the problem of duplicate or </a:t>
            </a:r>
            <a:r>
              <a:rPr lang="en"/>
              <a:t>conflicting</a:t>
            </a:r>
            <a:r>
              <a:rPr lang="en"/>
              <a:t> entries. We resolved this by building a proposal system where user submissions are reviewed before being accepted.</a:t>
            </a:r>
            <a:endParaRPr/>
          </a:p>
          <a:p>
            <a:pPr indent="-342900" lvl="0" marL="457200" rtl="0" algn="l">
              <a:spcBef>
                <a:spcPts val="0"/>
              </a:spcBef>
              <a:spcAft>
                <a:spcPts val="0"/>
              </a:spcAft>
              <a:buSzPts val="1800"/>
              <a:buChar char="●"/>
            </a:pPr>
            <a:r>
              <a:rPr lang="en"/>
              <a:t>As a team we frequently ran into merge conflicts especially in our early sprints where the codebase was highly interconnected. We resolved this by focusing our work for sprints on specific features and communicating </a:t>
            </a:r>
            <a:r>
              <a:rPr lang="en"/>
              <a:t>clearly</a:t>
            </a:r>
            <a:r>
              <a:rPr lang="en"/>
              <a:t> when branches were being merged or updated.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